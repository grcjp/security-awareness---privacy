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mishandling any of these creates real harm to real people. The legal consequences for the agency and the individual are severe. This is not a paperwork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example: a state worker in 2023 was prosecuted under IRC 7213A for looking up the tax records of a celebrity case. Curiosity was the only motive. The conviction stood.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clear: these penalties follow the individual, not the employer. The agency cannot indemnify employees against criminal liability for unauthorized disclosure.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Sensitive Data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FY 2026 — Required for all staff with access to sensitive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Sensitive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Five categories require special protection:</a:t>
            </a:r>
          </a:p>
          <a:p>
            <a:pPr lvl="1"/>
            <a:r>
              <a:t>Personally Identifiable Information (PII)</a:t>
            </a:r>
          </a:p>
          <a:p>
            <a:pPr lvl="1"/>
            <a:r>
              <a:t>Federal Tax Information (FTI)</a:t>
            </a:r>
          </a:p>
          <a:p>
            <a:pPr lvl="1"/>
            <a:r>
              <a:t>Protected Health Information (PHI)</a:t>
            </a:r>
          </a:p>
          <a:p>
            <a:pPr lvl="1"/>
            <a:r>
              <a:t>Social Security Administration (SSA) data</a:t>
            </a:r>
          </a:p>
          <a:p>
            <a:pPr lvl="1"/>
            <a:r>
              <a:t>Financial / business sensitive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to Know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 is granted by job function, not seniority.</a:t>
            </a:r>
          </a:p>
          <a:p>
            <a:r>
              <a:t>Even with general clearance, only access specific records your role requires.</a:t>
            </a:r>
          </a:p>
          <a:p>
            <a:r>
              <a:t>Curiosity is not a need-to-know. Past relationships are not a need-to-know.</a:t>
            </a:r>
          </a:p>
          <a:p>
            <a:r>
              <a:t>Every access is logged. Federal auditors review access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24-hour rule:</a:t>
            </a:r>
          </a:p>
          <a:p>
            <a:r>
              <a:t>When you suspect a problem, the clock starts immediately.</a:t>
            </a:r>
          </a:p>
          <a:p>
            <a:r>
              <a:t>You don't need certainty before reporting. Just report.</a:t>
            </a:r>
          </a:p>
          <a:p>
            <a:r>
              <a:t>False alarms are fine. Silence is not.</a:t>
            </a:r>
          </a:p>
          <a:p>
            <a:r>
              <a:t>Contact the Information Security Office through the agency's incident reporting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Liability Under IRC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Federal law assigns personal liability:</a:t>
            </a:r>
          </a:p>
          <a:p>
            <a:pPr lvl="1"/>
            <a:r>
              <a:t>IRC §7213: up to 5 years federal prison + $5,000 fine</a:t>
            </a:r>
          </a:p>
          <a:p>
            <a:pPr lvl="1"/>
            <a:r>
              <a:t>IRC §7213A: up to 1 year prison + $1,000 fine for unauthorized inspection</a:t>
            </a:r>
          </a:p>
          <a:p>
            <a:pPr lvl="1"/>
            <a:r>
              <a:t>IRC §7431: civil damages, minimum $1,000 per incident</a:t>
            </a:r>
          </a:p>
          <a:p>
            <a:pPr lvl="1"/>
            <a:r>
              <a:t>Plus: termination, loss of clearance, permanent ineligibility for federal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